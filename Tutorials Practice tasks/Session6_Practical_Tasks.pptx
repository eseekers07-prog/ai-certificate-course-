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060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 ·  EVALUATING GENERATIVE AI OUTPUTS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2F6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Three-Lens Check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 AI tool a factual question relevant to your workplace or industry — a statistic, a regulation, or a historical company fact. Evaluate the answer using the Accuracy – Relevance – Completeness framework.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question, the AI's answer, and your evaluation against all three lenses, including one fact you independently verified.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 ·  EVALUATING GENERATIVE AI OUTPUTS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2F6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Hunt for Hallucinations &amp; Bias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 AI tool to generate short professional bios or job descriptions for 3 different roles of your choosing. Check each for invented facts, statistics, or citations, and for stereotypical assumptions about age, gender, or background.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all 3 outputs with any issues found clearly flagged, and a revised prompt for one that fixes an issue you identified.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 ·  EVALUATING GENERATIVE AI OUTPUTS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2F6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Mini Practical Report Entry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any one exercise from this session or an earlier one, write a short practical report entry covering: your objective, the exact prompt(s) used, a summary of the AI's output, your evaluation, what you edited or verified, and your conclusion.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completed mini report entry, structured under all six headings, ready to use as a model for your final Practical Report assessment.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 ·  TASK 1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Three-Lens Check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specific fact is independently verified against an outside source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and completeness are each assessed with a specific, not generic, judgment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conclusion about the answer's trustworthiness is clearly stated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three-lens check takes under a minute but catches most AI errors — it should become an automatic habit before you rely on any AI answer.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 ·  TASK 2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Hunt for Hallucinations &amp; Bias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output is genuinely checked for fabricated or unverifiable claims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check considers age, gender, or background language specifically, not just tone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prompt directly addresses a specific issue found, not a generic rewrite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and bias checks are two separate habits — one asks “is this true?” and the other asks “is this fair?” — and both are needed on the same piece of content.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 ·  TASK 3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Mini Practical Report Entry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required sections are present: objective, prompts, output summary, evaluation, edits, conclusion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section specifically references accuracy, bias, or completeness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draws a clear, reasoned takeaway rather than restating the output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exercise is a direct rehearsal for your final assessment — the habits practiced here are exactly what a strong Practical Report demonstrates.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8874E4F5B8A6478AFC995DFEB7EEAB" ma:contentTypeVersion="3" ma:contentTypeDescription="Create a new document." ma:contentTypeScope="" ma:versionID="81a2e35bb9b8b01befbfdf5efea8a0ef">
  <xsd:schema xmlns:xsd="http://www.w3.org/2001/XMLSchema" xmlns:xs="http://www.w3.org/2001/XMLSchema" xmlns:p="http://schemas.microsoft.com/office/2006/metadata/properties" xmlns:ns2="6546cf34-9068-4457-9a87-2605d6f73c4f" targetNamespace="http://schemas.microsoft.com/office/2006/metadata/properties" ma:root="true" ma:fieldsID="2c193b2ef4f2a30eec065c8b72551097" ns2:_="">
    <xsd:import namespace="6546cf34-9068-4457-9a87-2605d6f73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6cf34-9068-4457-9a87-2605d6f73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ECED22-3167-4482-89F5-8CC3CC976C3E}"/>
</file>

<file path=customXml/itemProps2.xml><?xml version="1.0" encoding="utf-8"?>
<ds:datastoreItem xmlns:ds="http://schemas.openxmlformats.org/officeDocument/2006/customXml" ds:itemID="{E4022985-E2F9-4BDA-AC13-893C131B179E}"/>
</file>

<file path=customXml/itemProps3.xml><?xml version="1.0" encoding="utf-8"?>
<ds:datastoreItem xmlns:ds="http://schemas.openxmlformats.org/officeDocument/2006/customXml" ds:itemID="{212245B2-880F-4CAB-96F3-473FC0D05EFF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550</Words>
  <Application>Microsoft Office PowerPoint</Application>
  <PresentationFormat>Widescreen</PresentationFormat>
  <Paragraphs>72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Koodeswaran Sajuran</cp:lastModifiedBy>
  <cp:revision>2</cp:revision>
  <dcterms:created xsi:type="dcterms:W3CDTF">2026-07-30T04:56:40Z</dcterms:created>
  <dcterms:modified xsi:type="dcterms:W3CDTF">2026-07-30T06:23:48Z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0x010100A48874E4F5B8A6478AFC995DFEB7EEAB</vt:lpwstr>
  </property>
</Properties>
</file>