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GENERATIVE AI ACROSS INDUSTRIES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AI to Your Own Function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business function relevant to your own role — customer service, marketing, HR, or business operations. Use an AI tool to complete one realistic task in that function (summarizing a support ticket, drafting ad captions, writing interview questions, or summarizing a meeting).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prompt and the AI's output, with a short note on how usable the result was without further editing.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GENERATIVE AI ACROSS INDUSTRIES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Across Two Functions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same AI tool, complete one task from a different business function than the one you chose in Task 1 (for example, if you did marketing, now try HR or operations).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second prompt and output, with a comparison noting which function the AI seemed more reliable in, and why.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GENERATIVE AI ACROSS INDUSTRIES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Governance Note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two AI-assisted outputs created in Tasks 1 and 2, apply a responsible AI governance checklist: Was any confidential or personal data used? Would this output need human review before external use? Who should be accountable for it?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short governance note, 3–4 sentences, for each output covering data sensitivity, review needs, and accountability.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TASK 1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AI to Your Own Function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chosen is genuinely realistic and relevant to the selected business function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includes role-appropriate context: audience, tone, and purpose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assessment is specific about what worked or needed editing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prompting techniques apply across every business function — what changes is the context and tone you need to specify for that audience.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TASK 2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Across Two Functions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task is genuinely from a different business function than Task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references specific quality differences, not a general impression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for reliability difference is plausible and specific to the content type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reliability varies by task type — content needing nuance or sensitivity (like HR) typically needs more careful human review than routine drafting tasks.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TASK 3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Governance Note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flags whether any sensitive or personal data was involved in either 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 realistic level of human review required before the output is used externally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plausible accountable owner or role for each output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governance is task-specific, not one-size-fits-all — the right level of review and ownership depends on what the output is and who it affects.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77FE2B-5D9A-49B3-B138-7D6CBD166C06}"/>
</file>

<file path=customXml/itemProps2.xml><?xml version="1.0" encoding="utf-8"?>
<ds:datastoreItem xmlns:ds="http://schemas.openxmlformats.org/officeDocument/2006/customXml" ds:itemID="{DF66E0EF-085F-4663-A7A9-DD4BC5325E71}"/>
</file>

<file path=customXml/itemProps3.xml><?xml version="1.0" encoding="utf-8"?>
<ds:datastoreItem xmlns:ds="http://schemas.openxmlformats.org/officeDocument/2006/customXml" ds:itemID="{C9137115-2CC3-4D9D-AC66-31AEF9E461A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2026-07-30T04:56:40Z</dcterms:created>
  <dcterms:modified xsi:type="dcterms:W3CDTF">2026-07-30T04:56:40Z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