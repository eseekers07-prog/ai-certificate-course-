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IMAGE GENERATION AND MULTIMODAL AI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Refine an Image Prompt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Subject – Style – Setting – Mood framework, write a detailed prompt for a graphic you could realistically use at work (a social post, a presentation cover, a training poster). Generate the image, then revise the prompt once based on the first result and generate again.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both prompts and both images, with a short note on what specifically you changed and why.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IMAGE GENERATION AND MULTIMODAL AI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Information from an Image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of a printed document, chart, or whiteboard from your own workplace (or use any sample image available to you). Ask a multimodal AI tool to extract the key information — text, figures, or the overall trend shown.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AI's extracted result alongside the original, with any corrections you had to make after checking it against the source.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IMAGE GENERATION AND MULTIMODAL AI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an Ethics Check on Your Image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image generated in Task 1, evaluate it against three ethics questions: Could it be mistaken for a real photograph in a misleading way? Does it reflect any unintended stereotype or bias in who or what it depicts? What are this tool's commercial-use and copyright terms?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short written summary of your findings for all three questions and your final decision on whether the image is appropriate to use, and where.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TASK 1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Refine an Image Prompt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prompt includes all four framework elements: subject, style, setting, mood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targets a specific, identifiable issue from the first result (composition, color, mood)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image shows a genuine, describable improvement toward a usable workplace asset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AI images rarely come from one prompt — iterating on a specific flaw, one change at a time, is faster than starting over from scratch.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TASK 2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Information from an Image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attempt is genuinely compared against the original source, not assumed correct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specific accuracy check is documented, whether it passed or failed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errors found are clearly corrected and explained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is highly useful for turning images into usable data — but like any AI output, it still needs a verification step before you rely on it.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TASK 3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an Ethics Check on Your Image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ethics questions are addressed with a specific observation, not a generic statement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bias or misleading-realism concern identified is described concretely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usage decision is justified by the findings above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review of an AI image takes minutes and should happen before publishing — realism, representation, and licensing are three separate checks, not 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0EE99F-F187-4D3D-9E8B-EC4FA83C95DA}"/>
</file>

<file path=customXml/itemProps2.xml><?xml version="1.0" encoding="utf-8"?>
<ds:datastoreItem xmlns:ds="http://schemas.openxmlformats.org/officeDocument/2006/customXml" ds:itemID="{A61B85E5-CFC1-4401-B550-2816E5F51051}"/>
</file>

<file path=customXml/itemProps3.xml><?xml version="1.0" encoding="utf-8"?>
<ds:datastoreItem xmlns:ds="http://schemas.openxmlformats.org/officeDocument/2006/customXml" ds:itemID="{B95CADC6-3ACC-43C0-B80E-F69481799DF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2026-07-30T04:56:40Z</dcterms:created>
  <dcterms:modified xsi:type="dcterms:W3CDTF">2026-07-30T04:56:40Z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