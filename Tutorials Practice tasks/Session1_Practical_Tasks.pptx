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INTRODUCTION TO GENERATIVE AI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6C4FE0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Compare AI Platforms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two different GenAI platforms (for example, ChatGPT and Claude, or Gemini and Copilot). Give both the exact same prompt: “In 3 sentences, explain what generative AI is to someone who has never used it.” Record both responses side by side.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which application domain each platform is best known for (text, image, code, audio, or video), and one clear difference you noticed between the two responses — tone, length, or accuracy.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INTRODUCTION TO GENERATIVE AI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6C4FE0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 vs. Generative AI at Work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task you currently do at work involving a spreadsheet rule, formula, or lookup (for example, flagging overdue invoices, or sorting requests by priority). Decide whether this is best solved by traditional AI or generative AI.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 GenAI text tool to explain, in plain language, how a Large Language Model fundamentally differs from a simple rule-based formula — and use that explanation to justify your choice in 2–3 sentences.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961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INTRODUCTION TO GENERATIVE AI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6C4FE0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8404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646920" y="6858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4D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20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23444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 the Benefits, Limits &amp; Ethics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108813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5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0604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any GenAI tool to draft a short paragraph on a workplace topic of your choice (a product description, a meeting summary, a policy note). Read the result critically rather than accepting it at face value.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6C4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DELIVERABLE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4736592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EEF0FB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892040"/>
            <a:ext cx="10332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short table, list 2 genuine benefits you experienced, 2 limitations or risks you noticed (or could reasonably expect), and 1 ethical consideration relevant to how you'd use this output at work.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3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5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TASK 1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&amp; Compare AI Platforms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at least one application domain each platform specializes in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specific, real difference between the two responses (not just “one was better”)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prompts were identical, making the comparison fair and valid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rarely one “correct” AI response — tool choice genuinely affects tone, depth, and framing, even for the same question.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5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TASK 2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Traditional AI vs. Generative AI at Work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classifies the workplace task as rule-based/traditional AI or generative in nature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accurate terminology (e.g., LLM, pattern-based rule) drawn from the AI's own explanation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 clearly connects the task's nature to the right category of 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AI excels at fixed, repeatable rules; generative AI excels at producing new content or reasoning through unstructured requests — knowing which you need saves time and avoids over-engineering.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7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 ·  TASK 3 MARKING GUIDE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10424160" y="320040"/>
            <a:ext cx="1097280" cy="1097280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4" name="Text 2"/>
          <p:cNvSpPr/>
          <p:nvPr/>
        </p:nvSpPr>
        <p:spPr>
          <a:xfrm>
            <a:off x="10424160" y="32004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692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 the Benefits, Limits &amp; Ethics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139696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13969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92024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 are specific to this exercise (e.g., speed, ease of drafting) rather than generic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816352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3035808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30358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reference a real or plausible risk (e.g., inaccuracy, generic tone, missing context)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52C4A"/>
          </a:solidFill>
          <a:ln w="12700">
            <a:solidFill>
              <a:srgbClr val="3A41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931920"/>
            <a:ext cx="292608" cy="292608"/>
          </a:xfrm>
          <a:prstGeom prst="ellipse">
            <a:avLst/>
          </a:prstGeom>
          <a:solidFill>
            <a:srgbClr val="18C7B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319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712464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ethical consideration is workplace-relevant (e.g., disclosure, verifying before external use)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745736"/>
            <a:ext cx="10881360" cy="1655064"/>
          </a:xfrm>
          <a:prstGeom prst="roundRect">
            <a:avLst>
              <a:gd name="adj" fmla="val 5525"/>
            </a:avLst>
          </a:prstGeom>
          <a:solidFill>
            <a:srgbClr val="1C234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48828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8C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 POINT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5202936"/>
            <a:ext cx="10332720" cy="11064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DC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GenAI benefit comes paired with a limitation to manage — the goal is informed use, not blind trust or blanket avoidance.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09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8874E4F5B8A6478AFC995DFEB7EEAB" ma:contentTypeVersion="3" ma:contentTypeDescription="Create a new document." ma:contentTypeScope="" ma:versionID="81a2e35bb9b8b01befbfdf5efea8a0ef">
  <xsd:schema xmlns:xsd="http://www.w3.org/2001/XMLSchema" xmlns:xs="http://www.w3.org/2001/XMLSchema" xmlns:p="http://schemas.microsoft.com/office/2006/metadata/properties" xmlns:ns2="6546cf34-9068-4457-9a87-2605d6f73c4f" targetNamespace="http://schemas.microsoft.com/office/2006/metadata/properties" ma:root="true" ma:fieldsID="2c193b2ef4f2a30eec065c8b72551097" ns2:_="">
    <xsd:import namespace="6546cf34-9068-4457-9a87-2605d6f73c4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46cf34-9068-4457-9a87-2605d6f73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2910AB-F2C3-48CC-BF3F-732A0AAD6597}"/>
</file>

<file path=customXml/itemProps2.xml><?xml version="1.0" encoding="utf-8"?>
<ds:datastoreItem xmlns:ds="http://schemas.openxmlformats.org/officeDocument/2006/customXml" ds:itemID="{38B2E729-1EF2-4F70-AD7E-6CCAAECFEBFF}"/>
</file>

<file path=customXml/itemProps3.xml><?xml version="1.0" encoding="utf-8"?>
<ds:datastoreItem xmlns:ds="http://schemas.openxmlformats.org/officeDocument/2006/customXml" ds:itemID="{3E999933-5F64-4F2E-8FCB-5219D0865FC0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2026-07-30T04:56:40Z</dcterms:created>
  <dcterms:modified xsi:type="dcterms:W3CDTF">2026-07-30T04:56:40Z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0x010100A48874E4F5B8A6478AFC995DFEB7EEAB</vt:lpwstr>
  </property>
</Properties>
</file>