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CODE GENERATION AND AI-ASSISTED DEVELOPMENT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a Repetitive Task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repetitive task in a spreadsheet you use at work — flagging overdue items, reformatting a column, or sending a reminder. Write a clear prompt naming the tool (Excel or Google Sheets), the input, and the desired output, and ask an AI coding assistant to generate the script or formula.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prompt, the generated code or formula, and a plain-English explanation, in your own words, of what it does.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CODE GENERATION AND AI-ASSISTED DEVELOPMENT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a Real Error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error message you've previously encountered (in Excel, a form, or software), or use this example: “#REF! error in cell D12.” Ask an AI tool to explain the error in plain English and suggest a fix.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error, the AI's explanation and fix, and a short reflection on how this explanation would help a non-technical colleague resolve the issue faster.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CODE GENERATION AND AI-ASSISTED DEVELOPMENT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4F46E5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Responsible-Use Readiness Check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script or formula generated in Task 1, run it through a responsible-use checklist: Has it been tested on sample data? Does it touch any sensitive or confidential data? Would it need IT or security review before deployment? Is it documented well enough for a colleague to follow?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short paragraph recommending whether the automation is ready to deploy, and what you would change first before using it on real data.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a Repetitive Task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clearly specifies the tool, the input data, and the desired output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or formula plausibly matches the stated task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own explanation shows genuine understanding, not a copy of the AI's explanation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tool, input, and output up front is what turns a vague coding request into a usable, working result on the first try.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a Real Error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explanation accurately describes a plausible cause for the error type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suggested fix is logical and actionable, not vague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identifies a specific, realistic time or clarity benefit for a non-technical user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the exact error message — not a paraphrase of it — is what allows the AI to diagnose the real cause instead of guessing.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Responsible-Use Readiness Check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all four checklist areas: testing, data sensitivity, review needs, documentation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is realistic and specific, not a blanket “yes” or “no”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at least one concrete next step before real-world deployment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that works on a test run is not automatically ready for production — responsible use means testing, review, and documentation before it touches real data.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B35E37-150E-4DCB-BDBB-48E63E9C2512}"/>
</file>

<file path=customXml/itemProps2.xml><?xml version="1.0" encoding="utf-8"?>
<ds:datastoreItem xmlns:ds="http://schemas.openxmlformats.org/officeDocument/2006/customXml" ds:itemID="{DDB26937-8B2E-4554-B0E9-7F0256E4A48F}"/>
</file>

<file path=customXml/itemProps3.xml><?xml version="1.0" encoding="utf-8"?>
<ds:datastoreItem xmlns:ds="http://schemas.openxmlformats.org/officeDocument/2006/customXml" ds:itemID="{9A6469C0-62EF-40B3-9DCE-12082720E8E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2026-07-30T04:56:40Z</dcterms:created>
  <dcterms:modified xsi:type="dcterms:W3CDTF">2026-07-30T04:56:40Z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