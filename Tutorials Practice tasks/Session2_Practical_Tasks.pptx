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·  AI FOR TEXT GENERATION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9646920" y="32004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9646920" y="3840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646920" y="685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4D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Vague vs. Structured Prompting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450592"/>
            <a:ext cx="10881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60604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real writing task from your job (a product announcement, a policy update, a team message). Write one vague, one-line prompt for it, then rewrite it using the Role – Task – Context – Format method. Run both through the same AI tool.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DELIVERABLE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736592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EEF0F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892040"/>
            <a:ext cx="10332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both prompts, both outputs, and a short note identifying which R-T-C-F element made the biggest difference in quality.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·  AI FOR TEXT GENERATION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9646920" y="32004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9646920" y="3840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646920" y="685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4D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Summarize &amp; Paraphrase a Real Document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450592"/>
            <a:ext cx="10881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60604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real piece of text from your workplace — an email thread, a short report, or a policy document of at least 200 words. Ask an AI tool to (a) summarize it in 3 bullet points for a busy manager, and (b) paraphrase one dense paragraph into plain language for a new employee.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DELIVERABLE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736592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EEF0F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892040"/>
            <a:ext cx="10332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the original excerpt, both AI outputs, and a note on anything you had to verify, correct, or add back in.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·  AI FOR TEXT GENERATION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9646920" y="32004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9646920" y="3840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646920" y="685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4D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Tools on a Real Email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450592"/>
            <a:ext cx="10881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60604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 mildly difficult email you actually need to send at work — a firm follow-up, a polite decline, or a status update with bad news. Use the same prompt in two different AI tools and compare the results.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DELIVERABLE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736592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EEF0F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892040"/>
            <a:ext cx="10332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both drafts and a 2–3 sentence justification of which one you would actually send, referencing tone, accuracy, or usability.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·  TASK 1 MARKING GUIDE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0424160" y="320040"/>
            <a:ext cx="1097280" cy="10972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10424160" y="320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Vague vs. Structured Prompting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LOOKS LIKE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139696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139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192024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structured prompt clearly includes Role, Task, Context, and Format elements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816352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3035808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5880" y="2816352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comparison correctly identifies a real quality improvement in the structured version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12464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393192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3931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3712464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names the specific element responsible for the improvement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745736"/>
            <a:ext cx="10881360" cy="1655064"/>
          </a:xfrm>
          <a:prstGeom prst="roundRect">
            <a:avLst>
              <a:gd name="adj" fmla="val 5525"/>
            </a:avLst>
          </a:prstGeom>
          <a:solidFill>
            <a:srgbClr val="1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8828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 POINT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5202936"/>
            <a:ext cx="10332720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DC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not length, is what separates a usable AI draft from a generic one — each R-T-C-F element removes one source of guesswork for the AI.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·  TASK 2 MARKING GUIDE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0424160" y="320040"/>
            <a:ext cx="1097280" cy="10972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10424160" y="320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Summarize &amp; Paraphrase a Real Document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LOOKS LIKE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139696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139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192024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is concise, audience-appropriate, and captures the actual key points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816352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3035808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5880" y="2816352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Paraphrase preserves the original meaning while genuinely simplifying the language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12464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393192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3931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3712464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specific verification or correction is noted, showing critical review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745736"/>
            <a:ext cx="10881360" cy="1655064"/>
          </a:xfrm>
          <a:prstGeom prst="roundRect">
            <a:avLst>
              <a:gd name="adj" fmla="val 5525"/>
            </a:avLst>
          </a:prstGeom>
          <a:solidFill>
            <a:srgbClr val="1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8828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 POINT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5202936"/>
            <a:ext cx="10332720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DC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summarization and paraphrasing prompts specify audience and purpose — the same source text produces very different, equally valid outputs depending on who it's for.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·  TASK 3 MARKING GUIDE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0424160" y="320040"/>
            <a:ext cx="1097280" cy="10972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10424160" y="320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Tools on a Real Email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LOOKS LIKE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139696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139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192024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drafts were generated from an identical prompt for a fair comparison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816352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3035808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5880" y="2816352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references at least two concrete criteria (tone, length, accuracy, usability)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12464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393192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3931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3712464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choice is justified with specifics, not just a general preference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745736"/>
            <a:ext cx="10881360" cy="1655064"/>
          </a:xfrm>
          <a:prstGeom prst="roundRect">
            <a:avLst>
              <a:gd name="adj" fmla="val 5525"/>
            </a:avLst>
          </a:prstGeom>
          <a:solidFill>
            <a:srgbClr val="1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8828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 POINT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5202936"/>
            <a:ext cx="10332720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DC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AI tool is best at everything — comparing outputs for high-stakes writing takes two minutes and meaningfully reduces the risk of sending something off-tone.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8874E4F5B8A6478AFC995DFEB7EEAB" ma:contentTypeVersion="3" ma:contentTypeDescription="Create a new document." ma:contentTypeScope="" ma:versionID="81a2e35bb9b8b01befbfdf5efea8a0ef">
  <xsd:schema xmlns:xsd="http://www.w3.org/2001/XMLSchema" xmlns:xs="http://www.w3.org/2001/XMLSchema" xmlns:p="http://schemas.microsoft.com/office/2006/metadata/properties" xmlns:ns2="6546cf34-9068-4457-9a87-2605d6f73c4f" targetNamespace="http://schemas.microsoft.com/office/2006/metadata/properties" ma:root="true" ma:fieldsID="2c193b2ef4f2a30eec065c8b72551097" ns2:_="">
    <xsd:import namespace="6546cf34-9068-4457-9a87-2605d6f73c4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46cf34-9068-4457-9a87-2605d6f73c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AF7C2BD-D1F4-42E9-B3F8-CD2D14238706}"/>
</file>

<file path=customXml/itemProps2.xml><?xml version="1.0" encoding="utf-8"?>
<ds:datastoreItem xmlns:ds="http://schemas.openxmlformats.org/officeDocument/2006/customXml" ds:itemID="{5AE3F8D8-E10C-4D10-9368-D7EB7A2D5609}"/>
</file>

<file path=customXml/itemProps3.xml><?xml version="1.0" encoding="utf-8"?>
<ds:datastoreItem xmlns:ds="http://schemas.openxmlformats.org/officeDocument/2006/customXml" ds:itemID="{908A43F5-EFE1-400D-869C-C9BF5CD20C6A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2026-07-30T04:56:40Z</dcterms:created>
  <dcterms:modified xsi:type="dcterms:W3CDTF">2026-07-30T04:56:40Z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0x010100A48874E4F5B8A6478AFC995DFEB7EEAB</vt:lpwstr>
  </property>
</Properties>
</file>