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1B5E62-F7FF-AFCD-DA33-895D82F5EA27}" v="6" dt="2026-08-07T11:39:10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odeswaran Sajuran" userId="S::sajurank@icbtcampus.edu.lk::d29c56b9-1056-47a4-8a42-fc98e6a9961a" providerId="AD" clId="Web-{031B5E62-F7FF-AFCD-DA33-895D82F5EA27}"/>
    <pc:docChg chg="modSld">
      <pc:chgData name="Koodeswaran Sajuran" userId="S::sajurank@icbtcampus.edu.lk::d29c56b9-1056-47a4-8a42-fc98e6a9961a" providerId="AD" clId="Web-{031B5E62-F7FF-AFCD-DA33-895D82F5EA27}" dt="2026-08-07T11:39:10.827" v="5" actId="20577"/>
      <pc:docMkLst>
        <pc:docMk/>
      </pc:docMkLst>
      <pc:sldChg chg="modSp">
        <pc:chgData name="Koodeswaran Sajuran" userId="S::sajurank@icbtcampus.edu.lk::d29c56b9-1056-47a4-8a42-fc98e6a9961a" providerId="AD" clId="Web-{031B5E62-F7FF-AFCD-DA33-895D82F5EA27}" dt="2026-08-07T11:39:10.827" v="5" actId="20577"/>
        <pc:sldMkLst>
          <pc:docMk/>
          <pc:sldMk cId="0" sldId="261"/>
        </pc:sldMkLst>
        <pc:spChg chg="mod">
          <ac:chgData name="Koodeswaran Sajuran" userId="S::sajurank@icbtcampus.edu.lk::d29c56b9-1056-47a4-8a42-fc98e6a9961a" providerId="AD" clId="Web-{031B5E62-F7FF-AFCD-DA33-895D82F5EA27}" dt="2026-08-07T11:39:10.827" v="5" actId="20577"/>
          <ac:spMkLst>
            <pc:docMk/>
            <pc:sldMk cId="0" sldId="261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3A3DC-A90C-4306-9DF5-C32046356CC1}" type="datetimeFigureOut"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4BD81-E1BC-4A74-BADB-AA746ABA59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24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120640" cy="5120640"/>
          </a:xfrm>
          <a:prstGeom prst="ellipse">
            <a:avLst/>
          </a:prstGeom>
          <a:solidFill>
            <a:srgbClr val="17334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2743200" cy="2743200"/>
          </a:xfrm>
          <a:prstGeom prst="ellipse">
            <a:avLst/>
          </a:prstGeom>
          <a:solidFill>
            <a:srgbClr val="1A3A4F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531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 •  PRODUCTIVITY  •  AI AT WORK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400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Modern Workplace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writing techniques for professionals — no coding required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clear instructions so ChatGPT, Claude, Gemini, and Copilot work better for you</a:t>
            </a:r>
            <a:endParaRPr lang="en-US" sz="1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 Engineering?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of giving an AI tool clear, well-structured instructions so it understands exactly what you need — the same way you'd brief a new colleague.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101600" dist="38100" dir="5400000" algn="bl" rotWithShape="0">
              <a:srgbClr val="C7CCD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73736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IS...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communication skill — like writing a clear email or a good meeting agenda.</a:t>
            </a:r>
            <a:endParaRPr lang="en-US" sz="135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anyone can learn, regardless of technical background.</a:t>
            </a:r>
            <a:endParaRPr lang="en-US" sz="1350"/>
          </a:p>
          <a:p>
            <a:pPr marL="0" indent="0">
              <a:lnSpc>
                <a:spcPct val="115000"/>
              </a:lnSpc>
              <a:buNone/>
            </a:pPr>
            <a:r>
              <a:rPr lang="en-US" sz="13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get faster, more relevant results from everyday AI tools.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C7CCD9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46888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717804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NOT...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CB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or anything technical — there's no syntax to memorize.</a:t>
            </a:r>
            <a:endParaRPr lang="en-US" sz="135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>
                <a:solidFill>
                  <a:srgbClr val="CB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Guesswork — small, deliberate changes in wording change the output.</a:t>
            </a:r>
            <a:endParaRPr lang="en-US" sz="1350"/>
          </a:p>
          <a:p>
            <a:pPr marL="0" indent="0">
              <a:lnSpc>
                <a:spcPct val="115000"/>
              </a:lnSpc>
              <a:buNone/>
            </a:pPr>
            <a:r>
              <a:rPr lang="en-US" sz="1350">
                <a:solidFill>
                  <a:srgbClr val="CB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One-and-done — the best results usually come from a short back-and-forth.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Effective Prompts: The R-T-C-F Method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70992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77240" y="27706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who to be. “Act as an experienced HR manager...”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6260" y="170992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352044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3566160" y="27706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exactly what you want done, in one clear sentence.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55180" y="170992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18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630936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355080" y="27706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background: audience, purpose, constraints, tone.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006840" y="15087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44100" y="170992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94410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909828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9144000" y="27706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output shape: bullets, table, word count, email.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233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B1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868680" y="45720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something about our new product.”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868680" y="54864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A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generic, off-tone, needs heavy rewriting.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6263640" y="40690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E6F3F1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233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R-T-C-F PROMPT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492240" y="45720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 marketing copywriter. Write a 100-word product announcement for our new eco-friendly water bottle, aimed at retail buyers, in an upbeat, confident tone. Format as 3 short paragraphs.”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492240" y="5760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on-brief, ready to lightly edit and send.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Generation Techniques for Everyday Work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554480" y="1545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 first</a:t>
            </a:r>
            <a:endParaRPr lang="en-US" sz="1550"/>
          </a:p>
        </p:txBody>
      </p:sp>
      <p:sp>
        <p:nvSpPr>
          <p:cNvPr id="7" name="Text 5"/>
          <p:cNvSpPr/>
          <p:nvPr/>
        </p:nvSpPr>
        <p:spPr>
          <a:xfrm>
            <a:off x="4434840" y="1463040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10 headline ideas for our Q3 newsletter.” Ask for options before committing to one.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881360" cy="0"/>
          </a:xfrm>
          <a:prstGeom prst="line">
            <a:avLst/>
          </a:prstGeom>
          <a:noFill/>
          <a:ln w="12700">
            <a:solidFill>
              <a:srgbClr val="E1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7063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70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554480" y="2715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Draft, then refine</a:t>
            </a:r>
            <a:endParaRPr lang="en-US" sz="1550"/>
          </a:p>
        </p:txBody>
      </p:sp>
      <p:sp>
        <p:nvSpPr>
          <p:cNvPr id="12" name="Text 10"/>
          <p:cNvSpPr/>
          <p:nvPr/>
        </p:nvSpPr>
        <p:spPr>
          <a:xfrm>
            <a:off x="4434840" y="2633472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rough draft fast, then ask: “make this more concise” or “more persuasive.”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10881360" cy="0"/>
          </a:xfrm>
          <a:prstGeom prst="line">
            <a:avLst/>
          </a:prstGeom>
          <a:noFill/>
          <a:ln w="12700">
            <a:solidFill>
              <a:srgbClr val="E1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41064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410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55448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tone</a:t>
            </a:r>
            <a:endParaRPr lang="en-US" sz="1550"/>
          </a:p>
        </p:txBody>
      </p:sp>
      <p:sp>
        <p:nvSpPr>
          <p:cNvPr id="17" name="Text 15"/>
          <p:cNvSpPr/>
          <p:nvPr/>
        </p:nvSpPr>
        <p:spPr>
          <a:xfrm>
            <a:off x="4434840" y="3803904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“Rewrite this in a warm, conversational tone for new hires.” Tone changes everything.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40080" y="4837176"/>
            <a:ext cx="10881360" cy="0"/>
          </a:xfrm>
          <a:prstGeom prst="line">
            <a:avLst/>
          </a:prstGeom>
          <a:noFill/>
          <a:ln w="12700">
            <a:solidFill>
              <a:srgbClr val="E1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11149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554480" y="5056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structure</a:t>
            </a:r>
            <a:endParaRPr lang="en-US" sz="1550"/>
          </a:p>
        </p:txBody>
      </p:sp>
      <p:sp>
        <p:nvSpPr>
          <p:cNvPr id="22" name="Text 20"/>
          <p:cNvSpPr/>
          <p:nvPr/>
        </p:nvSpPr>
        <p:spPr>
          <a:xfrm>
            <a:off x="4434840" y="4974336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these notes into an outline with headers and sub-points.” Great for reports and decks.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Summarizing Articles &amp; Reports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text (or upload the file) and tell the AI who the summary is for, how long it should be, and what to focus on.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2293D"/>
          </a:solidFill>
          <a:ln/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PROMPT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the attached quarterly report in 5 bullet points for a busy executive. Highlight key numbers and any risks. Keep it under 120 words.”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4480560" cy="0"/>
          </a:xfrm>
          <a:prstGeom prst="line">
            <a:avLst/>
          </a:prstGeom>
          <a:noFill/>
          <a:ln w="12700">
            <a:solidFill>
              <a:srgbClr val="2C4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9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variables to specify: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CB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·  Length  ·  Focus area  ·  Tone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6080760" y="2157984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299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action items separately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355080" y="23591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“Also list any decisions or follow-ups I need to make.”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080760" y="3145536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017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a specific format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355080" y="33467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bullet list, or one-paragraph abstract.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080760" y="4133088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0050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 reading level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355080" y="433425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this like I'm not familiar with the industry jargon.”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080760" y="5120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99262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verify key figures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6355080" y="53218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numbers and quotes against the source document.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PARAPHRASING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 &amp; Paraphrasing Made Simple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target language, formality level, and audience — machine translation without those cues often sounds stiff or too casual.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914400" y="3520440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F6F7F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097280" y="3950208"/>
            <a:ext cx="416052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>
                <a:solidFill>
                  <a:srgbClr val="1E2532"/>
                </a:solidFill>
                <a:latin typeface="Calibri"/>
                <a:ea typeface="Calibri"/>
                <a:cs typeface="Calibri"/>
              </a:rPr>
              <a:t>“Translate this client email into formal English, keeping a professional and respectful tone.”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80760" y="173736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011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7040880" y="2029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Paraphrasing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6355080" y="269748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simplifying jargon, adjusting tone, or avoiding repetition — ask the AI to keep the meaning but change the wording or reading level.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355080" y="3520440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F6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537960" y="3950208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“Rewrite this policy paragraph in plain language a new employee could understand in one read.”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WRITING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&amp; Business Document Generation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AI the purpose, recipient, key points, and desired tone — it can draft in seconds what used to take twenty minutes.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463040" y="2350008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recap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8234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these notes into a recap email with decisions and next steps.”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240780" y="214884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9380" y="23774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693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7063740" y="2350008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follow-up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6469380" y="2971800"/>
            <a:ext cx="48234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friendly follow-up email after our call, referencing their concern about pricing.”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4805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463040" y="4453128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 draft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868680" y="5074920"/>
            <a:ext cx="48234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“Draft a one-page project proposal outline covering scope, timeline, and cost.”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240780" y="425196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9380" y="4480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4693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7063740" y="4453128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 message</a:t>
            </a:r>
            <a:endParaRPr lang="en-US" sz="1450"/>
          </a:p>
        </p:txBody>
      </p:sp>
      <p:sp>
        <p:nvSpPr>
          <p:cNvPr id="24" name="Text 22"/>
          <p:cNvSpPr/>
          <p:nvPr/>
        </p:nvSpPr>
        <p:spPr>
          <a:xfrm>
            <a:off x="6469380" y="5074920"/>
            <a:ext cx="48234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write a polite but firm email declining this vendor's offer.”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Outputs from Different AI Tools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2293D"/>
          </a:solidFill>
          <a:ln/>
        </p:spPr>
      </p:sp>
      <p:sp>
        <p:nvSpPr>
          <p:cNvPr id="5" name="Shape 3"/>
          <p:cNvSpPr/>
          <p:nvPr/>
        </p:nvSpPr>
        <p:spPr>
          <a:xfrm>
            <a:off x="3977640" y="17830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2293D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178308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1229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411480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827532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0607040" cy="667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77440"/>
            <a:ext cx="2971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(OpenAI)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114800" y="2377440"/>
            <a:ext cx="3749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writing &amp; brainstorming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8275320" y="2377440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Versatile, widely integrated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40080" y="3136392"/>
            <a:ext cx="10607040" cy="667512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36392"/>
            <a:ext cx="2971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114800" y="3136392"/>
            <a:ext cx="3749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documents, careful &amp; nuanced writing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8275320" y="3136392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analysis &amp; tone control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640080" y="3895344"/>
            <a:ext cx="10607040" cy="667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95344"/>
            <a:ext cx="2971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(Google)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114800" y="3895344"/>
            <a:ext cx="3749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Gmail, Docs &amp; Sheets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8275320" y="3895344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Google Workspace users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640080" y="4654296"/>
            <a:ext cx="10607040" cy="667512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654296"/>
            <a:ext cx="2971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(Microsoft)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4114800" y="4654296"/>
            <a:ext cx="3749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Word, Excel &amp; Outlook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8275320" y="4654296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Microsoft 365 users</a:t>
            </a:r>
            <a:endParaRPr lang="en-US" sz="1250"/>
          </a:p>
        </p:txBody>
      </p:sp>
      <p:sp>
        <p:nvSpPr>
          <p:cNvPr id="26" name="Text 24"/>
          <p:cNvSpPr/>
          <p:nvPr/>
        </p:nvSpPr>
        <p:spPr>
          <a:xfrm>
            <a:off x="640080" y="55504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run the same prompt through two tools and compare — pick the output that best matches your tone and needs.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Templates You Can Reuse Today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B3A4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1226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74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703320" y="1874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[document] in [X] bullets for [audience].”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B3A4E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88950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651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an email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3703320" y="26517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[tone] email to [recipient] about [topic], under [length].”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B3A4E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66674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“Translate this into [language], keeping a [formal/informal] tone.”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B3A4E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44398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206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3703320" y="42062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[X] ideas for [goal], aimed at [audience].”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B3A4E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2212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983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3703320" y="49834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“Rewrite this in plain language for someone new to [topic].”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733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1531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prompts save time —</a:t>
            </a:r>
            <a:endParaRPr lang="en-US" sz="320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this is a skill you already have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 is the whole skill. If you can brief a colleague well, you can prompt an AI well.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7091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Role – Task – Context – Format to structure any prompt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66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 refine tone, length, and detail in follow-up messages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822960" y="56692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623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same task on two tools and compare before you commit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3EF3F8-34E1-4D9C-8B9C-FFD7412054C5}">
  <ds:schemaRefs>
    <ds:schemaRef ds:uri="6546cf34-9068-4457-9a87-2605d6f73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1506CCC-D09C-44BE-9949-7F941BA2591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53F3C38-1AFD-4F44-A91C-03E6F21E73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2026-07-27T05:37:59Z</dcterms:created>
  <dcterms:modified xsi:type="dcterms:W3CDTF">2026-08-07T11:39:57Z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